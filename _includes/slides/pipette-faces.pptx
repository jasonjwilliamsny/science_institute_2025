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2" d="100"/>
          <a:sy n="102" d="100"/>
        </p:scale>
        <p:origin x="140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7DC01-BA31-00B2-9F03-543194EB9E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3EBD10-162B-3874-B12C-D170D7DE2F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7B313F-3AA4-4371-9105-ACEF50118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6ADD9-D64A-2E46-BC6A-F2D95E76CD89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66FD7-7ABC-CFB1-681E-5456D1846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A51153-A89C-2AE3-DD60-145884B51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0468B-2017-E743-862F-5663B7092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977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3B3FD-10EC-0FF8-C3CF-C53894C0E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D5278-6FAD-FDFB-B076-570EBF08F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0A5215-095B-FA73-A583-42E229309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6ADD9-D64A-2E46-BC6A-F2D95E76CD89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3D30F-ED87-8437-EFF3-36F8AE5EA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79ECF-E1D7-BA76-D044-4F433FA5F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0468B-2017-E743-862F-5663B7092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496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15C98-5B43-C256-C717-8ED9C0524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A85F1C-148D-2FAC-DCCD-83AB6DA847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54078-BA82-D2DD-E1A1-F971D6040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6ADD9-D64A-2E46-BC6A-F2D95E76CD89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109DF-0217-6847-515F-07E3CB9A7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4B9DE-ABAC-410E-C1DF-DBE2B86CF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0468B-2017-E743-862F-5663B7092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614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47616-9F54-EC04-D6D4-49FAE9D89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1B389-7A50-4368-EDD1-ECB43636CD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5A650E-9617-C1F3-3030-CD64897139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D2E742-CD5E-73C9-8CDD-90C989D49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6ADD9-D64A-2E46-BC6A-F2D95E76CD89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7A5094-87F4-20B3-57D2-A087FF29A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59ECA5-5407-BE20-22F4-40B30841C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0468B-2017-E743-862F-5663B7092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514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607AC-89BC-4E03-C841-3631460B3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222F30-FEEC-3E32-7DAC-A49FE56860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A351CB-9B48-B030-CA35-C10679658A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21F7AA-9668-631B-A451-9AFCCEC815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689C92-1AE0-EC1B-5802-AFEDF05C54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A99FF0-144E-F620-692A-BADDFEDC0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6ADD9-D64A-2E46-BC6A-F2D95E76CD89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DF8C69-A4D7-6429-0FC3-1CCE32D0F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132D80-7C80-4306-2316-B17B24940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0468B-2017-E743-862F-5663B7092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369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01D6A-2055-C580-3789-B6506DEAC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80D133-07C8-2FF9-9824-481A3F176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6ADD9-D64A-2E46-BC6A-F2D95E76CD89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15739C-643F-BB75-13EB-91E3DB375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678DC1-7575-32C6-4176-EECC5D426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0468B-2017-E743-862F-5663B7092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421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E41D94-A50F-AE4B-F376-BBCF801FD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6ADD9-D64A-2E46-BC6A-F2D95E76CD89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C830F8-B23E-34FA-7E6E-5BA85AC8B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E30AB8-D21D-5E28-40E2-E51F7A0A4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0468B-2017-E743-862F-5663B7092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902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BFDB7-8242-6B41-54DD-CA94FAC01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31129-D87F-1F5C-AD3D-DA588363E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782A54-8FB7-2A6F-1DE2-11453ECB4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EDDAE3-671C-C6E2-C7EC-2F5B52D98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6ADD9-D64A-2E46-BC6A-F2D95E76CD89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45B753-27F3-7A87-6B3E-BA8F1F6B3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0C42DF-C94E-9A24-1B00-75F7F72EB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0468B-2017-E743-862F-5663B7092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604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B72A7-1C81-8886-3BC5-5DB5BE2F9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037084-8A45-2BB8-C935-CBB1C64A69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E0BC35-7F48-5C07-CF0B-29048F793E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D93F88-A885-1FA2-B96C-B615E7B20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6ADD9-D64A-2E46-BC6A-F2D95E76CD89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6E5990-65E1-AE5F-7245-E53E8DBC4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89F7D5-2A0C-6755-47AF-68C0A1425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0468B-2017-E743-862F-5663B7092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210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E7C91-8AA8-0E09-964A-C7E96BB0B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2D7BF8-A77B-B7AF-AC87-05A3BBE411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4222A-EC2D-8972-6A1B-5515D67AE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6ADD9-D64A-2E46-BC6A-F2D95E76CD89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DB0F5-9217-29BA-D65E-B4061ECE3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D79F53-1652-7867-7086-ABA21145A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0468B-2017-E743-862F-5663B7092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622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785890-0C6C-60F7-1883-3D21341FC6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974C95-649C-DE8E-BD55-85C8AD6FCC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861454-60BB-C362-5E06-754349287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6ADD9-D64A-2E46-BC6A-F2D95E76CD89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17BCC-3073-F0B3-D2D9-B59E999BB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F20EA-DAE8-3B73-FB82-AF69C75F2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0468B-2017-E743-862F-5663B7092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41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DF09F6-7BAA-B325-A376-EF1E9FC88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A3915D-6724-DF45-3ECF-7CE6DC8E5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C6165-98FA-60F3-6868-65E5511A41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26ADD9-D64A-2E46-BC6A-F2D95E76CD89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8BF94F-278B-55AC-D83A-6817E9C0F3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BD49B-5012-AE42-8C58-2C9EF0B2EB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50468B-2017-E743-862F-5663B7092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417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6F02ED-AE3D-F312-5EDF-A2BAF618AB73}"/>
              </a:ext>
            </a:extLst>
          </p:cNvPr>
          <p:cNvSpPr/>
          <p:nvPr/>
        </p:nvSpPr>
        <p:spPr>
          <a:xfrm>
            <a:off x="3582444" y="563671"/>
            <a:ext cx="864296" cy="455947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C187DF-1B4C-1B4A-0C12-E22316154935}"/>
              </a:ext>
            </a:extLst>
          </p:cNvPr>
          <p:cNvSpPr/>
          <p:nvPr/>
        </p:nvSpPr>
        <p:spPr>
          <a:xfrm>
            <a:off x="5663852" y="563671"/>
            <a:ext cx="864296" cy="455947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9461BC-5CDB-EF92-7D49-FAFB33C49436}"/>
              </a:ext>
            </a:extLst>
          </p:cNvPr>
          <p:cNvSpPr/>
          <p:nvPr/>
        </p:nvSpPr>
        <p:spPr>
          <a:xfrm>
            <a:off x="7931063" y="563671"/>
            <a:ext cx="864296" cy="455947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BBBA0D4-637A-4D3C-8EAD-88257399E6A1}"/>
              </a:ext>
            </a:extLst>
          </p:cNvPr>
          <p:cNvCxnSpPr>
            <a:stCxn id="6" idx="1"/>
            <a:endCxn id="6" idx="3"/>
          </p:cNvCxnSpPr>
          <p:nvPr/>
        </p:nvCxnSpPr>
        <p:spPr>
          <a:xfrm>
            <a:off x="3582444" y="2843408"/>
            <a:ext cx="864296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6E19E6D-6488-1BF1-5C5B-CF47A890C3AE}"/>
              </a:ext>
            </a:extLst>
          </p:cNvPr>
          <p:cNvCxnSpPr/>
          <p:nvPr/>
        </p:nvCxnSpPr>
        <p:spPr>
          <a:xfrm>
            <a:off x="5663852" y="3797474"/>
            <a:ext cx="864296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827D457-F12A-1BEB-9139-FC1DA04E7B00}"/>
              </a:ext>
            </a:extLst>
          </p:cNvPr>
          <p:cNvSpPr txBox="1"/>
          <p:nvPr/>
        </p:nvSpPr>
        <p:spPr>
          <a:xfrm>
            <a:off x="3486851" y="5586608"/>
            <a:ext cx="10554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Grey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7CFF5D-8050-0BE5-5AD5-917D693FA6C4}"/>
              </a:ext>
            </a:extLst>
          </p:cNvPr>
          <p:cNvSpPr txBox="1"/>
          <p:nvPr/>
        </p:nvSpPr>
        <p:spPr>
          <a:xfrm>
            <a:off x="5390037" y="5586608"/>
            <a:ext cx="14119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Yellow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78EC3C-155A-50B9-619F-3EF3814747E6}"/>
              </a:ext>
            </a:extLst>
          </p:cNvPr>
          <p:cNvSpPr txBox="1"/>
          <p:nvPr/>
        </p:nvSpPr>
        <p:spPr>
          <a:xfrm>
            <a:off x="7849288" y="5586608"/>
            <a:ext cx="10278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Blue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74884D-E602-426D-7032-A5C01F571F33}"/>
              </a:ext>
            </a:extLst>
          </p:cNvPr>
          <p:cNvSpPr txBox="1"/>
          <p:nvPr/>
        </p:nvSpPr>
        <p:spPr>
          <a:xfrm>
            <a:off x="3710662" y="801666"/>
            <a:ext cx="607859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  <a:p>
            <a:r>
              <a:rPr lang="en-US" sz="6000" dirty="0"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</a:p>
          <a:p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6000" dirty="0"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</a:p>
          <a:p>
            <a:r>
              <a:rPr lang="en-US" sz="6000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E7816F-1698-CC7D-9DE2-F187160CAC21}"/>
              </a:ext>
            </a:extLst>
          </p:cNvPr>
          <p:cNvSpPr txBox="1"/>
          <p:nvPr/>
        </p:nvSpPr>
        <p:spPr>
          <a:xfrm>
            <a:off x="5792069" y="801666"/>
            <a:ext cx="607859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  <a:p>
            <a:r>
              <a:rPr lang="en-US" sz="6000" dirty="0"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</a:p>
          <a:p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6000" dirty="0"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</a:p>
          <a:p>
            <a:r>
              <a:rPr lang="en-US" sz="6000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1041DD-B7B4-1ACA-308A-02904FAE38E7}"/>
              </a:ext>
            </a:extLst>
          </p:cNvPr>
          <p:cNvSpPr txBox="1"/>
          <p:nvPr/>
        </p:nvSpPr>
        <p:spPr>
          <a:xfrm>
            <a:off x="8059280" y="858249"/>
            <a:ext cx="607859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  <a:p>
            <a:r>
              <a:rPr lang="en-US" sz="6000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6000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  <a:p>
            <a:r>
              <a:rPr lang="en-US" sz="6000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131312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</Words>
  <Application>Microsoft Macintosh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Consolas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 Williams</dc:creator>
  <cp:lastModifiedBy>Jason Williams</cp:lastModifiedBy>
  <cp:revision>1</cp:revision>
  <dcterms:created xsi:type="dcterms:W3CDTF">2025-10-29T18:08:01Z</dcterms:created>
  <dcterms:modified xsi:type="dcterms:W3CDTF">2025-10-29T18:12:32Z</dcterms:modified>
</cp:coreProperties>
</file>